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7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5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8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9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7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6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7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9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0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5302D-35AC-4573-87E1-B4CA5544563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F3304-CB8B-43F4-8E21-75CF6B50C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2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77691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5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PC</dc:creator>
  <cp:lastModifiedBy>MY PC</cp:lastModifiedBy>
  <cp:revision>1</cp:revision>
  <dcterms:created xsi:type="dcterms:W3CDTF">2026-02-24T03:44:42Z</dcterms:created>
  <dcterms:modified xsi:type="dcterms:W3CDTF">2026-02-24T03:45:18Z</dcterms:modified>
</cp:coreProperties>
</file>